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a4415c19d04c20" /><Relationship Type="http://schemas.openxmlformats.org/officeDocument/2006/relationships/extended-properties" Target="/docProps/app.xml" Id="R805923255ab04456" /><Relationship Type="http://schemas.openxmlformats.org/officeDocument/2006/relationships/officeDocument" Target="/ppt/presentation.xml" Id="Rcacea010392342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ba0c1be5ba048a1"/>
  </p:sldMasterIdLst>
  <p:notesMasterIdLst>
    <p:notesMasterId xmlns:r="http://schemas.openxmlformats.org/officeDocument/2006/relationships" r:id="R76aabaf666704366"/>
  </p:notesMasterIdLst>
  <p:sldIdLst>
    <p:sldId xmlns:r="http://schemas.openxmlformats.org/officeDocument/2006/relationships" id="256" r:id="Rea94caf9ffc045b2"/>
    <p:sldId xmlns:r="http://schemas.openxmlformats.org/officeDocument/2006/relationships" id="257" r:id="Rc30e873f94484e3a"/>
    <p:sldId xmlns:r="http://schemas.openxmlformats.org/officeDocument/2006/relationships" id="258" r:id="Rbcb8c205d70649bf"/>
    <p:sldId xmlns:r="http://schemas.openxmlformats.org/officeDocument/2006/relationships" id="259" r:id="R92b8f125400b417e"/>
    <p:sldId xmlns:r="http://schemas.openxmlformats.org/officeDocument/2006/relationships" id="260" r:id="R5ff2fd1b40da4eeb"/>
    <p:sldId xmlns:r="http://schemas.openxmlformats.org/officeDocument/2006/relationships" id="261" r:id="Rc438dc9549b6440e"/>
    <p:sldId xmlns:r="http://schemas.openxmlformats.org/officeDocument/2006/relationships" id="262" r:id="R2eb5edeff2ba46fa"/>
    <p:sldId xmlns:r="http://schemas.openxmlformats.org/officeDocument/2006/relationships" id="263" r:id="Rd9b586e3caed4b0e"/>
    <p:sldId xmlns:r="http://schemas.openxmlformats.org/officeDocument/2006/relationships" id="264" r:id="R1d78e5bfd4634dc3"/>
    <p:sldId xmlns:r="http://schemas.openxmlformats.org/officeDocument/2006/relationships" id="265" r:id="R7fd86c3ce3b14dd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ba0c1be5ba048a1" /><Relationship Type="http://schemas.openxmlformats.org/officeDocument/2006/relationships/theme" Target="/ppt/theme/theme1.xml" Id="R2d81a2387a744f60" /><Relationship Type="http://schemas.openxmlformats.org/officeDocument/2006/relationships/notesMaster" Target="/ppt/notesMasters/notesMaster1.xml" Id="R76aabaf666704366" /><Relationship Type="http://schemas.openxmlformats.org/officeDocument/2006/relationships/presProps" Target="/ppt/presProps.xml" Id="R5533a09f3be74016" /><Relationship Type="http://schemas.openxmlformats.org/officeDocument/2006/relationships/viewProps" Target="/ppt/viewProps.xml" Id="R7956c20619204aa6" /><Relationship Type="http://schemas.openxmlformats.org/officeDocument/2006/relationships/tableStyles" Target="/ppt/tableStyles.xml" Id="R24db61f2cff842c5" /><Relationship Type="http://schemas.openxmlformats.org/officeDocument/2006/relationships/slide" Target="/ppt/slides/slide1.xml" Id="Rea94caf9ffc045b2" /><Relationship Type="http://schemas.openxmlformats.org/officeDocument/2006/relationships/slide" Target="/ppt/slides/slide2.xml" Id="Rc30e873f94484e3a" /><Relationship Type="http://schemas.openxmlformats.org/officeDocument/2006/relationships/slide" Target="/ppt/slides/slide3.xml" Id="Rbcb8c205d70649bf" /><Relationship Type="http://schemas.openxmlformats.org/officeDocument/2006/relationships/slide" Target="/ppt/slides/slide4.xml" Id="R92b8f125400b417e" /><Relationship Type="http://schemas.openxmlformats.org/officeDocument/2006/relationships/slide" Target="/ppt/slides/slide5.xml" Id="R5ff2fd1b40da4eeb" /><Relationship Type="http://schemas.openxmlformats.org/officeDocument/2006/relationships/slide" Target="/ppt/slides/slide6.xml" Id="Rc438dc9549b6440e" /><Relationship Type="http://schemas.openxmlformats.org/officeDocument/2006/relationships/slide" Target="/ppt/slides/slide7.xml" Id="R2eb5edeff2ba46fa" /><Relationship Type="http://schemas.openxmlformats.org/officeDocument/2006/relationships/slide" Target="/ppt/slides/slide8.xml" Id="Rd9b586e3caed4b0e" /><Relationship Type="http://schemas.openxmlformats.org/officeDocument/2006/relationships/slide" Target="/ppt/slides/slide9.xml" Id="R1d78e5bfd4634dc3" /><Relationship Type="http://schemas.openxmlformats.org/officeDocument/2006/relationships/slide" Target="/ppt/slides/slide10.xml" Id="R7fd86c3ce3b14dd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88dcc05b7e0a49a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a3144f1c19245b3" /><Relationship Type="http://schemas.openxmlformats.org/officeDocument/2006/relationships/notesMaster" Target="/ppt/notesMasters/notesMaster1.xml" Id="R2c884f57eca9492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2dd9237526d4805" /><Relationship Type="http://schemas.openxmlformats.org/officeDocument/2006/relationships/notesMaster" Target="/ppt/notesMasters/notesMaster1.xml" Id="Rf73b108ae4dc44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591da959b84407" /><Relationship Type="http://schemas.openxmlformats.org/officeDocument/2006/relationships/notesMaster" Target="/ppt/notesMasters/notesMaster1.xml" Id="R25b6936e4a5f481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d3920d348c141cb" /><Relationship Type="http://schemas.openxmlformats.org/officeDocument/2006/relationships/notesMaster" Target="/ppt/notesMasters/notesMaster1.xml" Id="R7cc47dafe23b4c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8390e2b4704646" /><Relationship Type="http://schemas.openxmlformats.org/officeDocument/2006/relationships/notesMaster" Target="/ppt/notesMasters/notesMaster1.xml" Id="R36a2ac5040f2480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a88bbffc2c149a3" /><Relationship Type="http://schemas.openxmlformats.org/officeDocument/2006/relationships/notesMaster" Target="/ppt/notesMasters/notesMaster1.xml" Id="R4a2426b1d6b64ff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3d49f22ff4648e0" /><Relationship Type="http://schemas.openxmlformats.org/officeDocument/2006/relationships/notesMaster" Target="/ppt/notesMasters/notesMaster1.xml" Id="Rda823c8d4b684aa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e2833d36fc48cb" /><Relationship Type="http://schemas.openxmlformats.org/officeDocument/2006/relationships/notesMaster" Target="/ppt/notesMasters/notesMaster1.xml" Id="R5708edaca58d43f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a815f7c479d4637" /><Relationship Type="http://schemas.openxmlformats.org/officeDocument/2006/relationships/notesMaster" Target="/ppt/notesMasters/notesMaster1.xml" Id="R0b40137146e644f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9a62c25d774e8c" /><Relationship Type="http://schemas.openxmlformats.org/officeDocument/2006/relationships/notesMaster" Target="/ppt/notesMasters/notesMaster1.xml" Id="R983031e6fb04482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9ab7fcfb9f46af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1ae33451bf5a4c82" /><Relationship Type="http://schemas.openxmlformats.org/officeDocument/2006/relationships/slideLayout" Target="/ppt/slideLayouts/slideLayout2.xml" Id="R654638bec3f340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4638bec3f340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c88669804d34bae" /><Relationship Type="http://schemas.openxmlformats.org/officeDocument/2006/relationships/image" Target="/ppt/media/image.png" Id="R44a7a3f1ea63406a" /><Relationship Type="http://schemas.openxmlformats.org/officeDocument/2006/relationships/notesSlide" Target="/ppt/notesSlides/notesSlide1.xml" Id="R31f644f410bc46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41e8def3e1447d3" /><Relationship Type="http://schemas.openxmlformats.org/officeDocument/2006/relationships/notesSlide" Target="/ppt/notesSlides/notesSlide2.xml" Id="R163dc343fc42440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b98fa9f8884ca7" /><Relationship Type="http://schemas.openxmlformats.org/officeDocument/2006/relationships/notesSlide" Target="/ppt/notesSlides/notesSlide3.xml" Id="R1f29d1277b634c8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4d50455dc144448" /><Relationship Type="http://schemas.openxmlformats.org/officeDocument/2006/relationships/notesSlide" Target="/ppt/notesSlides/notesSlide4.xml" Id="R4d9b4868fe5e4b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c0292e7019d4663" /><Relationship Type="http://schemas.openxmlformats.org/officeDocument/2006/relationships/image" Target="/ppt/media/image2.png" Id="Rf552168abb49441e" /><Relationship Type="http://schemas.openxmlformats.org/officeDocument/2006/relationships/image" Target="/ppt/media/image3.png" Id="R3687b1fa9ba04acd" /><Relationship Type="http://schemas.openxmlformats.org/officeDocument/2006/relationships/image" Target="/ppt/media/image4.png" Id="R81ab5b2540a34889" /><Relationship Type="http://schemas.openxmlformats.org/officeDocument/2006/relationships/notesSlide" Target="/ppt/notesSlides/notesSlide5.xml" Id="Raea4f65e3b7e478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71bc78766674d1b" /><Relationship Type="http://schemas.openxmlformats.org/officeDocument/2006/relationships/image" Target="/ppt/media/image5.png" Id="R9247527780c94ce4" /><Relationship Type="http://schemas.openxmlformats.org/officeDocument/2006/relationships/notesSlide" Target="/ppt/notesSlides/notesSlide6.xml" Id="Raebb22dcf382472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2e05f1cd77e4d43" /><Relationship Type="http://schemas.openxmlformats.org/officeDocument/2006/relationships/notesSlide" Target="/ppt/notesSlides/notesSlide7.xml" Id="Rfc4f3c58b8e346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a95288d3cd4305" /><Relationship Type="http://schemas.openxmlformats.org/officeDocument/2006/relationships/notesSlide" Target="/ppt/notesSlides/notesSlide8.xml" Id="R9a2678aa845940d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6079ac58aaf4ee1" /><Relationship Type="http://schemas.openxmlformats.org/officeDocument/2006/relationships/notesSlide" Target="/ppt/notesSlides/notesSlide9.xml" Id="Rdcc0cc4dda854e0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d1ee2d9c59e4d5a" /><Relationship Type="http://schemas.openxmlformats.org/officeDocument/2006/relationships/notesSlide" Target="/ppt/notesSlides/notesSlide10.xml" Id="Radacd1ea4928431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8863B67-1326-471E-9DAA-C19922798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2355D2-8945-4C35-88E0-A02F1EBC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5B45F3-F322-437A-B21E-660FBCC7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a7a3f1ea63406a"/>
          <a:srcRect xmlns:a="http://schemas.openxmlformats.org/drawingml/2006/main" l="0" t="8441" r="0" b="84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43850" y="704850"/>
            <a:ext cx="3028950" cy="54483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E4DA053-E4DB-4516-BEBE-921422ED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19100"/>
            <a:ext cx="3714750" cy="6019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7E708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B6F7FA-4B3F-4D23-B13E-F7FB4DB8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GirlsFitness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B78CC7-FCCC-4A05-8CB7-99AAAB251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7630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女性新手健身辅助应用 · 产品演讲稿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50658-239E-4887-9F89-64966AE15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61912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33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把第一次走进健身房，变成一条被照顾的路线。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77B4B-1A8D-48A6-B954-CA2B4EF3D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62350"/>
            <a:ext cx="56197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GirlsFitness 不是把更多动作塞给用户，而是把经期状态、当天体感、器械说明和训练反馈连成一个更温柔的入门闭环。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C4A49-4974-4E02-82EC-C6AD6F59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339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2E154C-28F3-4139-987F-270715A6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24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1E2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41E2A"/>
                </a:solidFill>
                <a:latin typeface="Georgia"/>
                <a:ea typeface="Georgia"/>
                <a:cs typeface="Georgia"/>
              </a:rPr>
              <a:t>20-35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FFA926-C29A-4C5B-8F1E-94346833F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054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目标年龄段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76B914-5B84-4016-8B5C-03EF8567B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9339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8BF3C8-3A20-4D5D-9187-F9623CA1B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124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1E2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41E2A"/>
                </a:solidFill>
                <a:latin typeface="Georgia"/>
                <a:ea typeface="Georgia"/>
                <a:cs typeface="Georgia"/>
              </a:rPr>
              <a:t>4 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90A35-4E52-49C1-95E4-5FDE1F88E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55054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热身 / 力量 / 有氧 / 拉伸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D2B9FE-E0C8-4399-B6EF-B6F2813C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9339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C359E4-06B2-4310-A919-B981FE6A6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12445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41E2A"/>
                </a:solidFill>
                <a:latin typeface="Georgia"/>
                <a:ea typeface="Georgia"/>
                <a:cs typeface="Georgia"/>
              </a:defRPr>
            </a:pPr>
            <a:r>
              <a:rPr sz="2250" b="1">
                <a:solidFill>
                  <a:srgbClr val="241E2A"/>
                </a:solidFill>
                <a:latin typeface="Georgia"/>
                <a:ea typeface="Georgia"/>
                <a:cs typeface="Georgia"/>
              </a:rPr>
              <a:t>MVP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50444A-DD72-435E-BD8A-334BC39A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505450"/>
            <a:ext cx="1524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网页版先跑通计划生成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46E043-A8AC-4606-B8A6-10AEF599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E7780C-3701-443B-A9FE-A21157EB4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E3B8B5-9473-4C68-BF74-E07B3FA75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392685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1F6306-23CB-43FC-92E7-9563A9530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2-marker">
            <a:extLst xmlns:a="http://schemas.openxmlformats.org/drawingml/2006/main">
              <a:ext uri="{FF2B5EF4-FFF2-40B4-BE49-F238E27FC236}">
                <a16:creationId xmlns:a16="http://schemas.microsoft.com/office/drawing/2014/main" id="{326828EF-90F2-4CDC-8340-2198741D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2-label">
            <a:extLst xmlns:a="http://schemas.openxmlformats.org/drawingml/2006/main">
              <a:ext uri="{FF2B5EF4-FFF2-40B4-BE49-F238E27FC236}">
                <a16:creationId xmlns:a16="http://schemas.microsoft.com/office/drawing/2014/main" id="{68E4ABE6-E4A2-4D21-9F7C-D94D3F9A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PROBLEM FRAME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41C392-F4F1-4D76-A03F-27F6560D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3533F5-494B-4692-8A75-0BC9E0AB3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096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6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问题不是“她不想练”，而是开始时的阻力太密。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919EE5-617A-4F21-88F9-40E352E3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52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策划书把痛点拆成心理压力、流程陌生、动作不确定、现有 App 个性化不足。产品机会在于把这些摩擦一次性拆小。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1DB6E7-CFD9-461D-B73C-D76454B3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956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59A22-A000-444E-BD14-B7CE41FDF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670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CF9BF7-28F3-420E-AC36-AE1720ED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9146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陌生环境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361A53-47DE-4156-806F-6A2E8ED1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432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第一次进入健身房，不知道从哪里开始。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47A263-C7A6-4664-B2A4-E6518F75E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861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B8A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A9B8A3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9FD7EB-A146-42C4-8824-CF001748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576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BD388A-4D5E-40BB-85F8-1158FA531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052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器械焦虑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92C4BC-969D-491C-B21F-F15C04B1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337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担心动作做错、器械不会调、被别人注视。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02E2EC-44AA-402B-825F-0FB895EE8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767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93EDE-0270-4910-B1D3-7F5AAEFD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481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A8EDB5-9DA8-4218-80FA-C3A021DB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95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流程中断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797386E-7885-4D65-BF25-4A88DF15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1243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训练 App 操作复杂，容易打断当下节奏。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4CDF68-CD60-410B-9D73-25F5EC1D9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A9B8A3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A9B8A3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76717-545C-4DA0-914C-3B39CD1E0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3870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679D4E-6C64-445E-8B5A-CDDB833E0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8630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身体波动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439F91-8AE4-457D-A972-74C498375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71487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经期前后状态变化明显，通用计划不够贴身。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33C5D2-6181-4D65-AEB4-07233E585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57800"/>
            <a:ext cx="457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95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9BC20E-6C21-448E-84CD-D7062DA38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429250"/>
            <a:ext cx="2000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CFEAC6-2589-44B9-8578-19C2B482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768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反馈不足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0EE9F3-4D5C-4FEC-9050-1FD2DE1C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305425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看不到变化，成就感弱，很难坚持。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D38B979-F299-4576-8DDF-ABA00C243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066800"/>
            <a:ext cx="12954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DE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F9823A-47BE-46D5-B2DE-B3CB84CA1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1381125"/>
            <a:ext cx="857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9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门槛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B3C4AA4-64D7-43D1-8DC2-675ED1F0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52600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0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被拆成可完成的下一步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0844C9-2534-47FB-BF8A-C02A3FC4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BF7C54-B3E6-4825-AEEE-901EA6B94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92276FC-1339-4F94-965F-3D42B2512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8490725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64BAA3-8904-4EB9-B962-CCF5AC71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3-marker">
            <a:extLst xmlns:a="http://schemas.openxmlformats.org/drawingml/2006/main">
              <a:ext uri="{FF2B5EF4-FFF2-40B4-BE49-F238E27FC236}">
                <a16:creationId xmlns:a16="http://schemas.microsoft.com/office/drawing/2014/main" id="{FE110FA2-2801-46AC-924E-DC188D189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3-label">
            <a:extLst xmlns:a="http://schemas.openxmlformats.org/drawingml/2006/main">
              <a:ext uri="{FF2B5EF4-FFF2-40B4-BE49-F238E27FC236}">
                <a16:creationId xmlns:a16="http://schemas.microsoft.com/office/drawing/2014/main" id="{CE671429-1873-4935-90A9-8C09B0B7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AUDIENCE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C7D2C5-D34E-4225-909C-EC04E137E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E5FE09-E5EA-410E-8653-CFE21E111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52500"/>
            <a:ext cx="9334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核心用户要的不是鸡血，</a:t>
            </a:r>
          </a:p>
          <a:p xmlns:a="http://schemas.openxmlformats.org/drawingml/2006/main">
            <a:pPr algn="l">
              <a:defRPr sz="24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4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而是安全感、明确感和一点点进步感。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D6B56-5577-4C21-B78B-C9B00B6F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2905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48A9C2-11EE-4B82-9019-A8192216D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6A9EB-7C17-4076-A2DC-D03F944B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29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健身房新手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31DD58-809C-4501-B219-D4E071646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刚办卡、流程不熟、怕做错动作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C46715-F14A-4965-A1FF-C726B0098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76750"/>
            <a:ext cx="214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877CE8-254D-4598-BDC1-A15583CA9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863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给她一条今天能照着做的路线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E81EF-ECB9-41EA-85AC-DBE58465F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667000"/>
            <a:ext cx="2905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7D8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9BA046-11E9-452F-AB4B-1D5713CF8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956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6DD744-6D56-410B-9C2F-C50A1D0F3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29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体态改善者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120F1-CAB1-4C82-819C-DD98774A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052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想变健康、改善体态，但不想被强度压垮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67B248-9E36-4205-A119-0520F9B2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476750"/>
            <a:ext cx="214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023C66-3CA1-41EE-8E9D-60332A07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63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让计划从低门槛动作开始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ED4B22-FFA4-4128-A978-95B0D3F5A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29051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8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C27831-A5C8-402E-9D8E-575AA9D14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609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24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DA12FE-6BD6-40F6-825C-F643FE90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8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状态敏感者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BC0F14-053F-41B2-B873-D1BED1E12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905250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经期前后体感波动，训练强度需要被照顾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3D0272-FBCD-46E5-963C-583D3868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76750"/>
            <a:ext cx="21431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3A91AB-1EFC-4294-98FB-E5397FFE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86300"/>
            <a:ext cx="2286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把周期和体感变成计划参数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4A6F16-AFD2-4E6C-BD5A-3122D4A09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9525">
            <a:solidFill>
              <a:srgbClr val="51446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895505-966C-4878-AAF6-5D75F907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864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20-35 岁女性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1CDC8E-FB73-4BEB-98A7-F61E9044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619750"/>
            <a:ext cx="12192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9525">
            <a:solidFill>
              <a:srgbClr val="A9B8A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8ACC40-A8BE-44B8-988C-00A5A203A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5686425"/>
            <a:ext cx="990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想变健康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B28B428-6059-4EA4-8A39-AE10AD2E8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5619750"/>
            <a:ext cx="1485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07D"/>
          </a:solidFill>
          <a:ln xmlns:a="http://schemas.openxmlformats.org/drawingml/2006/main" w="9525">
            <a:solidFill>
              <a:srgbClr val="6F607D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E93EB-83D4-4109-AAE7-D6656E7E0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5686425"/>
            <a:ext cx="12573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缺少情感支持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00EFC6-544B-4950-BD63-D03AA92AC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619750"/>
            <a:ext cx="12763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9525">
            <a:solidFill>
              <a:srgbClr val="A9B8A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D38026-C196-4131-893A-F4407C1E7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686425"/>
            <a:ext cx="1047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未形成习惯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A24997-DAE4-4B27-B166-E41FD8568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619750"/>
            <a:ext cx="1428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F607D"/>
          </a:solidFill>
          <a:ln xmlns:a="http://schemas.openxmlformats.org/drawingml/2006/main" w="9525">
            <a:solidFill>
              <a:srgbClr val="6F607D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B19FB6-E354-4637-8902-D1549121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5686425"/>
            <a:ext cx="12001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88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身体状态波动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CDA1273-7BA2-4A20-BF8D-F415AC2F4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91665B-1DA5-4D73-8612-DFDD12BC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05188CE-38A8-4B76-A566-F87A717AE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83429906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752FBC-0AA3-4E26-922D-FD82B1A22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4-marker">
            <a:extLst xmlns:a="http://schemas.openxmlformats.org/drawingml/2006/main">
              <a:ext uri="{FF2B5EF4-FFF2-40B4-BE49-F238E27FC236}">
                <a16:creationId xmlns:a16="http://schemas.microsoft.com/office/drawing/2014/main" id="{14817385-183E-4CA6-809E-7BEDD8709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4-label">
            <a:extLst xmlns:a="http://schemas.openxmlformats.org/drawingml/2006/main">
              <a:ext uri="{FF2B5EF4-FFF2-40B4-BE49-F238E27FC236}">
                <a16:creationId xmlns:a16="http://schemas.microsoft.com/office/drawing/2014/main" id="{39A89A1D-7B65-4829-87A8-1B066ED67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PRODUCT LOOP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DB4933-76DA-4513-8B85-E9464AE6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90D47F-BE7E-4D0A-92E3-30D2C8FB5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38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产品闭环：先理解今天的身体，再给出今天的训练。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C25AD0-AFD5-484D-9B17-102E4EE3D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813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1DBED0-7E09-4AB2-AD7E-AF1A69BC1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97118C-BAB0-443F-AD64-7B935F77D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86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状态输入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357951-B0DA-47A5-A923-FB268502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经期 / 不在经期 / 不确定</a:t>
            </a:r>
          </a:p>
          <a:p xmlns:a="http://schemas.openxmlformats.org/drawingml/2006/main">
            <a:pPr algn="l">
              <a:def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精力充沛 / 正常 / 有点累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2827A-460D-4B33-A9B1-48A99C9B8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7814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E7B44F-63AE-44C6-A37A-B41F4885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6004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8E4BCA-102E-4A89-9BA4-A632E1F8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7813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8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DCD25C-D0ED-437B-8401-DFF6AF0A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289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D5BC81-018A-4CC7-A435-45BE19F60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86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智能适配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9499ED-32D7-4AE6-87A6-1AE8A01C8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624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根据阶段和体感调整热身、力量、有氧、拉伸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D59CF2-5565-4F62-B4FB-B7C08693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7814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699B78-9D83-4170-9911-769CAB455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6004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9C9728E-2DBC-4412-AF23-E7AB412B7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7813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75E389-B0EE-4ECE-8FB1-B73268247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9319F9-73C1-4092-AE51-2E99A5F1F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流线训练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93A55-23E8-4679-A4AB-84442CDFE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9624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按步骤完成动作，每一步给器械和动作说明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6080F8-C061-4886-9649-24B6381E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781425"/>
            <a:ext cx="495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D3D769-4D60-4484-ACAD-B1BA366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00450"/>
            <a:ext cx="323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1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1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B9BC52-F13F-4472-AF35-7D7B04838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781300"/>
            <a:ext cx="2095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7D8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8BE9BC8-584E-4C5D-84C6-81A0F671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28950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2095FF-1771-4796-BB9C-07294338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486150"/>
            <a:ext cx="1619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反馈记录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12B394-241A-4A5C-9BE4-AF3C341C8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962400"/>
            <a:ext cx="16573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结束后记录状态，形成打卡、趋势和进步感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EF2CB2-1C93-4C85-94BD-0B425E227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95900"/>
            <a:ext cx="9982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3C5872D-99A3-4A79-92EC-86D3D50EF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48300"/>
            <a:ext cx="942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关键设计判断：不要把用户留在“我该选哪个训练”的空白里，而是每一步都给她下一步。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5CABC5A-0C15-4248-AEA0-AC2FC1333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1B4DC36-89BA-4AAE-A384-53B6D3CE8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9CCD4-6938-45A0-88E5-246AA3D6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851624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316272E-AA35-498A-A09B-5B9B8E875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ECE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5-marker">
            <a:extLst xmlns:a="http://schemas.openxmlformats.org/drawingml/2006/main">
              <a:ext uri="{FF2B5EF4-FFF2-40B4-BE49-F238E27FC236}">
                <a16:creationId xmlns:a16="http://schemas.microsoft.com/office/drawing/2014/main" id="{3F7A792B-BE18-44F7-B635-ADF955F1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5-label">
            <a:extLst xmlns:a="http://schemas.openxmlformats.org/drawingml/2006/main">
              <a:ext uri="{FF2B5EF4-FFF2-40B4-BE49-F238E27FC236}">
                <a16:creationId xmlns:a16="http://schemas.microsoft.com/office/drawing/2014/main" id="{33924381-FCE4-48AB-8194-4E0034E7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DEMO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C4BE9F-513C-4B9A-BD53-D7705B13C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B23FBF-3363-4F6E-84C8-AD5EE909D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382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演示视频已经跑通了从状态问答到训练记录的核心链路。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45C41F-06FB-4701-AD53-B2EF4180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86000"/>
            <a:ext cx="24955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A28"/>
          </a:solidFill>
          <a:ln xmlns:a="http://schemas.openxmlformats.org/drawingml/2006/main" w="0">
            <a:solidFill>
              <a:srgbClr val="1F1A2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AD34DA-D2F0-46AF-B1D1-4EC1F1794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62200"/>
            <a:ext cx="2343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BD308A-9128-4B90-BFC6-C1E87575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912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告诉我你今天的状态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36B28-F3C8-4E17-A134-2D0887B69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0388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用户先被询问，而不是直接被安排。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5466F-7987-4FD7-95AD-4A69C9D3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86000"/>
            <a:ext cx="24955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A28"/>
          </a:solidFill>
          <a:ln xmlns:a="http://schemas.openxmlformats.org/drawingml/2006/main" w="0">
            <a:solidFill>
              <a:srgbClr val="1F1A2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BFF92-41B7-4D28-B6E0-FE4791662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2343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7F65A7-B74D-4DB5-9E70-3E7BC7BF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7912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今日训练计划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B5E7D-A43E-4569-94ED-4120AB440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388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系统把状态转译成可执行训练。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4F772A-9A31-4ADF-855D-04ED922D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86000"/>
            <a:ext cx="24955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1A28"/>
          </a:solidFill>
          <a:ln xmlns:a="http://schemas.openxmlformats.org/drawingml/2006/main" w="0">
            <a:solidFill>
              <a:srgbClr val="1F1A2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3B045A-1667-4D01-9077-9744CAE8C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362200"/>
            <a:ext cx="2343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47C3A8-A5E3-4A13-9E0D-5F76E81AA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5791200"/>
            <a:ext cx="2343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训练后反馈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3AB757-A8C1-48F9-84C8-73ABAADCB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038850"/>
            <a:ext cx="23431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完成后用感受和记录闭环。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6AB36D-39FC-4EF8-8BC0-F0327389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A6D95A-5962-4FFE-8268-2A3F0460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94752-DAF9-43C3-B987-B36DCA370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Source: extracted frames from user-provided product demo video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A32EF9-63F0-47C6-8ED4-115705FBC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52168abb49441e"/>
          <a:srcRect xmlns:a="http://schemas.openxmlformats.org/drawingml/2006/main" l="0" t="18255" r="0" b="18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362200"/>
            <a:ext cx="2343150" cy="3219450"/>
          </a:xfrm>
          <a:prstGeom xmlns:a="http://schemas.openxmlformats.org/drawingml/2006/main" prst="rect">
            <a:avLst/>
          </a:prstGeom>
        </p:spPr>
      </p:pic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87b1fa9ba04acd"/>
          <a:srcRect xmlns:a="http://schemas.openxmlformats.org/drawingml/2006/main" l="0" t="18255" r="0" b="18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343400" y="2362200"/>
            <a:ext cx="2343150" cy="3219450"/>
          </a:xfrm>
          <a:prstGeom xmlns:a="http://schemas.openxmlformats.org/drawingml/2006/main" prst="rect">
            <a:avLst/>
          </a:prstGeom>
        </p:spPr>
      </p:pic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ab5b2540a34889"/>
          <a:srcRect xmlns:a="http://schemas.openxmlformats.org/drawingml/2006/main" l="0" t="18255" r="0" b="1825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67650" y="2362200"/>
            <a:ext cx="2343150" cy="3219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886866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618D27-1501-4ACC-A5D5-72CF2B56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47527780c94ce4"/>
          <a:srcRect xmlns:a="http://schemas.openxmlformats.org/drawingml/2006/main" l="0" t="7813" r="0" b="78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0C9E4-4B2A-4F84-A4D6-1BA8C29F1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4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DDE7CF-C42A-48DD-8B2A-86B99665C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52450"/>
            <a:ext cx="4000500" cy="5753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A">
              <a:alpha val="93725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32CF40-6616-47E7-AA04-CB039F33C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382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STORYBOARD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B25780-9815-4494-9EE3-236327056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238250"/>
            <a:ext cx="32004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3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从犹豫到完成：故事版要讲的是一条心理负担下降的曲线。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1635A-EE78-4755-9645-4D0598CB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3147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A8AF8F-1A33-4FB8-B30F-32ABB8FF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343275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走进健身房前，先承认“不确定”。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D2C1BA-3518-43AB-A7AE-385045DF7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957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553F6B-91BF-4FED-B972-112BBB3F0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DA1E57-5EE8-44C7-97BD-F992886A7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95725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用状态选择把身体差异说清楚。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20562E-BFCF-4794-A37A-DA390254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481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F846E6-D1CE-4B9D-B5A7-99690BB4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1960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E1DF95-F0AA-41AA-AFD6-15253E87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448175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0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用步骤和器械提示把动作变简单。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D44A56-69D2-47A1-883F-34549E5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80060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74FDD0-CFC2-45AA-9514-53D9C741C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72050"/>
            <a:ext cx="361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1500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1AD164-13EC-4544-9461-4B12A8C65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5000625"/>
            <a:ext cx="26479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13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用完成反馈把坚持变得可见。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BCF6732-37E8-451B-B7D8-6432C0F85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353050"/>
            <a:ext cx="2857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85DFED-E91C-4B2F-8AF6-56E868094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C2AB90-1A6C-46D1-8BBC-F485225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Storyboard image generated for this deck; no official logo or app icon implied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FB352B-AE73-4386-AA64-96C87A800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0994276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E552BA-4969-41A0-A0E1-B9A80FEDB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7-marker">
            <a:extLst xmlns:a="http://schemas.openxmlformats.org/drawingml/2006/main">
              <a:ext uri="{FF2B5EF4-FFF2-40B4-BE49-F238E27FC236}">
                <a16:creationId xmlns:a16="http://schemas.microsoft.com/office/drawing/2014/main" id="{0852F707-A18E-46C8-8314-10DA1ABED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7-label">
            <a:extLst xmlns:a="http://schemas.openxmlformats.org/drawingml/2006/main">
              <a:ext uri="{FF2B5EF4-FFF2-40B4-BE49-F238E27FC236}">
                <a16:creationId xmlns:a16="http://schemas.microsoft.com/office/drawing/2014/main" id="{9105EAC1-11AB-4130-BFDF-260553A3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ADAPTATION LOGIC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45ACB7-4478-47E7-AB79-9E3AFE1A0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65AF73-7055-4041-BC79-DF42D97A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0962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经期适配让推荐不再是通用模板，而是“今天适合我”。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1C9C6-DF3C-4343-8252-6EA2139CA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4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状态输入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EB5DF9-9E36-48BE-B0B3-ABC881B51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479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1FFDD-F4B7-46DF-A120-0CA664842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34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推荐策略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57E500-CB44-4542-81D5-20806BF2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6479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F5EE6F-003C-4CA8-99B3-46FBC0F3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4315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12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训练表达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BEC165-90B7-4149-88D6-E487940E5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647950"/>
            <a:ext cx="2381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E44E3-90D7-4E21-904B-EA6909A7B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1D2BD0-7FE5-4435-8D3E-5758EB05D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90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经期中 + 精力一般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C41E54-F3F4-4B02-8DCD-00F79A42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990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降强度，优先稳定核心和拉伸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22D872-F967-4A1A-9834-FFC5E03C8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温和热身 → 轻力量 → 舒缓拉伸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272F91-3ECC-4F2F-8E89-E2DB5A92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194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D26C11-4BE1-47AD-9938-F14C9619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0194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CFCA3E-004B-4779-AC38-DBDF6B21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9570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9F2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68E79C-F065-4457-9518-2255A3BD4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29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不在经期 + 状态正常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547E0A-DEBE-4433-AD0D-061A6DBB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829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标准入门强度，保护动作质量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983CE-3661-41A1-97FE-ECAE902C3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8290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热身 → 器械教学 → 有氧 → 拉伸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0F9CC7-5331-4204-AEED-3EFB3CD91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8576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DE00D5-DE74-4DAD-9805-CE11B58BD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8576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846EB9-93E1-4B67-9555-2B7807D17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096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E638B3-EEAD-45D2-97D3-5F83C8EB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不确定 + 有点累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7C86E87-34A8-419B-948A-235A0241E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减少决策负担，给保守方案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CFF3BB-8E31-4501-AF6E-9BA2693AC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6725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短流程 → 少器械 → 明确完成感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2CEDF-BCA9-4570-84A8-5CA58394F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6958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5BFA56-3D76-40E6-AEA0-E621C9502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95825"/>
            <a:ext cx="3238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1F194-741E-4DCC-B4CC-88F1F95DF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096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A61268A-19CD-4BFC-A516-51C3D891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952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0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MVP 里最值得守住的能力：把“身体状态”转译成“下一步训练”，而不是只展示训练库。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6DCB3F-7991-4708-8D04-E6AA7AF1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33760E-DB0D-4CF8-ADB7-B3ABD79F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A168371-8AD2-4CDE-A8A0-1752DAA56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92460574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5D9FB2A-B74D-4951-9D08-A95C06517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8-marker">
            <a:extLst xmlns:a="http://schemas.openxmlformats.org/drawingml/2006/main">
              <a:ext uri="{FF2B5EF4-FFF2-40B4-BE49-F238E27FC236}">
                <a16:creationId xmlns:a16="http://schemas.microsoft.com/office/drawing/2014/main" id="{D31897C2-B92F-416C-8D36-6C36A9D0C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8-label">
            <a:extLst xmlns:a="http://schemas.openxmlformats.org/drawingml/2006/main">
              <a:ext uri="{FF2B5EF4-FFF2-40B4-BE49-F238E27FC236}">
                <a16:creationId xmlns:a16="http://schemas.microsoft.com/office/drawing/2014/main" id="{5AC72F4C-73A1-41CF-ADEE-88BA2CC28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MVP SCOPE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70D5BB-2515-484D-9940-1880F3FA1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A7FCA9-C176-4753-AFC5-1CF616179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MVP 不追求完整 App，先保护一个可被用户完成的闭环。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9DEB67-5DEC-4EEE-BF54-7255EE38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81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A5B1F-2BE0-450E-B2F9-2902708D4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基础信息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764AE3-5164-4EC4-90D1-C8D615E68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257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用户填写目标、经验、状态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C76702-D44C-4F25-A596-DE09D8536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03835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E5B0EF-A7BB-4B53-84DF-A8BBAF06A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计划生成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358778-6C7F-4E33-8DF3-DFBCD6242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51460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EDE8F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EDE8F2"/>
                </a:solidFill>
                <a:latin typeface="Microsoft YaHei UI"/>
                <a:ea typeface="Microsoft YaHei UI"/>
                <a:cs typeface="Microsoft YaHei UI"/>
              </a:rPr>
              <a:t>根据周期和体感生成今日训练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618614-3EF4-4DA2-BB02-B08ED44F6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813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3ECFC6-9833-4EDF-9B68-21C98F0A5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9527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动作库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05FC97A-0FA1-4F3F-85CA-FB6848944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动作说明、器械提示、注意事项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B535B9-8A5B-4D1B-93F6-CCE858802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0005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CE461B-D24A-4F2C-AA6F-156AE803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171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训练引导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A0F924-F0AD-48F6-94EC-98AB87EF7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476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流线式完成热身到拉伸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837B9-C399-449F-B986-7B4D58C27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000500"/>
            <a:ext cx="18097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AD3152-C22D-4AF0-B053-112EBA86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7195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4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反馈记录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9D474A-8C0B-46DB-8834-0A7232026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476750"/>
            <a:ext cx="1428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863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完成情况、感受、打卡趋势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025199-1FD6-462C-9B57-F9BF6418B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32194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566FFD-EFC0-4EFE-B5DB-95D1E5FFF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47C1A2-B8F4-4DFA-B073-8C6D60836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47650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45E1D9-4EDA-4B0D-B19F-346C03AEE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3145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1757F9-9DF6-4C62-A4F4-3AD036F0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4386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38EEC5E-04D3-47E4-AEEA-900FBD0CC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2767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84BED2-37AA-428F-AE98-FB3CA815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438650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B28B8B-3A24-469E-89F0-737D09DA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2767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7EE9D-63ED-414E-8E8B-5637082C3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219450"/>
            <a:ext cx="666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6B20BF-50E4-4984-BA4C-005BC1AD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575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00" b="0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→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E0C26C-84CA-465E-BC4B-3E67FDC4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190750"/>
            <a:ext cx="20955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174582B-0110-415B-B328-80355DB1F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495550"/>
            <a:ext cx="152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6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后端 / 数据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0BC9D5-0088-4460-9416-75C48B41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990850"/>
            <a:ext cx="1524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E9E2E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0">
                <a:solidFill>
                  <a:srgbClr val="E9E2EF"/>
                </a:solidFill>
                <a:latin typeface="Microsoft YaHei UI"/>
                <a:ea typeface="Microsoft YaHei UI"/>
                <a:cs typeface="Microsoft YaHei UI"/>
              </a:rPr>
              <a:t>Supabase / Firebase 可先承担账户、训练记录、动作库和反馈表。真正的难点不是数据库名，而是数据结构围绕闭环设计。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A071C7-7802-42EC-8AAE-C2863A11E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552950"/>
            <a:ext cx="1428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A936CD6-1575-4BC8-A28D-0814D82C4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4724400"/>
            <a:ext cx="1428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先少而准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52C1619-3D8A-40A0-BE3D-D9546E0C3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3E584DD-DD2C-4999-8DEB-333A5AA1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E95C008-2DF4-4D66-8E09-034A0235D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10491009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6DCEA-D265-46FB-9FDD-596AD00E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09-marker">
            <a:extLst xmlns:a="http://schemas.openxmlformats.org/drawingml/2006/main">
              <a:ext uri="{FF2B5EF4-FFF2-40B4-BE49-F238E27FC236}">
                <a16:creationId xmlns:a16="http://schemas.microsoft.com/office/drawing/2014/main" id="{AFDCBCF6-508E-4038-9B81-9E59D02EB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09-label">
            <a:extLst xmlns:a="http://schemas.openxmlformats.org/drawingml/2006/main">
              <a:ext uri="{FF2B5EF4-FFF2-40B4-BE49-F238E27FC236}">
                <a16:creationId xmlns:a16="http://schemas.microsoft.com/office/drawing/2014/main" id="{85CD28C2-E199-4D40-BB4C-6FE5A75B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ROADMAP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C1422-B8A4-4BDF-8F41-9EDAF18CE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3CE61-D45B-4145-815E-455E94EF6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09650"/>
            <a:ext cx="8953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5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接下来 8 周，把“能讲清楚”推进到“能被新手真实完成”。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325FB8-32E9-41D4-AFCC-1367890B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62350"/>
            <a:ext cx="952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1568D1-5FFB-4773-9761-3A5F30EF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3147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C84E3B-F732-4D06-A283-F785EEF17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956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Week 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4E673-942F-471E-B70A-1B57B3B1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调研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2CA0AD2-7ED0-4454-B737-B62BBD44F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577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访谈 / 竞品 / 需求文档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485E9-3B63-420F-AAAF-92017E83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3147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31E1D-2F00-4A04-B201-B190B3F15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8956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Week 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AB62C3-B4AA-4654-8A7F-C32A603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低保真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2AD94B-AFDA-463A-BB71-051C8505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44577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页面流程和用户测试脚本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B40AA0-7695-4FE8-AE1E-303126992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3147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91D54-7426-4A19-9858-CC96A489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28956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Week 3-4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28653D4-B380-493E-83BC-955031450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高保真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073E86-7015-4C28-B782-FF5BC0DB6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577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Figma 细化 + 视觉资产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0BEB56-291A-4324-840A-DF3BA8E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A4E2BC-A725-410A-9277-5F7E2982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8956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Week 5-6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6C8B6D-CB58-4D14-9DCE-B9E18DA06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MVP 开发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2B4F19-CBB9-4FFF-8CEA-70FA28353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577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前端、后端函数、动作库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14A99E5-1DB7-43A2-AC20-4BF42CEB5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8450" y="3314700"/>
            <a:ext cx="1714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1885118-1BA7-428A-A6F2-92B0D3F56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2895600"/>
            <a:ext cx="857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75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Week 7-8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C2DF53-FCC5-4E0D-9E18-6A597B118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095750"/>
            <a:ext cx="133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725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Demo 测试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AD139E-0D32-4442-9B51-51FF3EB3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4457700"/>
            <a:ext cx="16383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记录反馈，修改推荐逻辑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F39B7D-3197-461F-BD23-812EB101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9906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9EC"/>
          </a:solidFill>
          <a:ln xmlns:a="http://schemas.openxmlformats.org/drawingml/2006/main" w="9525">
            <a:solidFill>
              <a:srgbClr val="D9CDC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2F91EB-742B-4897-AE26-E63017FE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524500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050" b="1">
                <a:solidFill>
                  <a:srgbClr val="241E2A"/>
                </a:solidFill>
                <a:latin typeface="Microsoft YaHei UI"/>
                <a:ea typeface="Microsoft YaHei UI"/>
                <a:cs typeface="Microsoft YaHei UI"/>
              </a:rPr>
              <a:t>团队分工已具备雏形：前端 / 高保真、后端逻辑、用户体验、测试与提示词优化。路线图要服务于这条分工，而不是扩大范围。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C52D5C-C5C9-4E09-AFDD-9361855BA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622FD8-682D-46C2-AF88-1D1FC7C5A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04EE3F-2DD0-4B4B-894A-7954AE43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99106123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972774-DBB1-4B2D-8782-95C6697CC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A2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10-marker">
            <a:extLst xmlns:a="http://schemas.openxmlformats.org/drawingml/2006/main">
              <a:ext uri="{FF2B5EF4-FFF2-40B4-BE49-F238E27FC236}">
                <a16:creationId xmlns:a16="http://schemas.microsoft.com/office/drawing/2014/main" id="{23AF8C3A-BB9D-47CC-AD60-14AE13B85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43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446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10-label">
            <a:extLst xmlns:a="http://schemas.openxmlformats.org/drawingml/2006/main">
              <a:ext uri="{FF2B5EF4-FFF2-40B4-BE49-F238E27FC236}">
                <a16:creationId xmlns:a16="http://schemas.microsoft.com/office/drawing/2014/main" id="{1D7636BB-681B-4A51-BADB-476F95A4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514462"/>
                </a:solidFill>
                <a:latin typeface="Microsoft YaHei UI"/>
                <a:ea typeface="Microsoft YaHei UI"/>
                <a:cs typeface="Microsoft YaHei UI"/>
              </a:rPr>
              <a:t>CLOSING ASK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B0B2C-D4C3-4D03-8880-C74223F74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37CF6B-409A-48FB-AF80-FE0BC29C6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47750"/>
            <a:ext cx="88582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28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GirlsFitness 的价值，是让女性新手不用独自穿过那段不确定。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DB9D8F-B7F7-458A-A005-5DD2BC71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00300"/>
            <a:ext cx="7429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E8E0E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275" b="0">
                <a:solidFill>
                  <a:srgbClr val="E8E0EA"/>
                </a:solidFill>
                <a:latin typeface="Microsoft YaHei UI"/>
                <a:ea typeface="Microsoft YaHei UI"/>
                <a:cs typeface="Microsoft YaHei UI"/>
              </a:rPr>
              <a:t>下一步支持需求应该集中在三个地方：后端结构、反馈数据、用户调研。它们都会直接提高 MVP 的可信度，而不是把产品做大。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0D0256-D1F2-4893-BA15-E148EA3E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DE4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BFEC79-0888-4D2A-B603-A31D96A3B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1A2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11A29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174079-2FAD-4157-AF17-242F59A0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000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rPr>
              <a:t>后端支持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F308BF-D2CF-4679-90AE-0C8A341B4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4767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rPr>
              <a:t>确认 Supabase / Firebase 是否能支撑用户资料、训练计划、记录表。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457CD6B-32A9-421D-918C-6F28FF6A8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147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9B8A3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BD7A45-937F-459C-8AB7-7D6FE363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1A2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11A29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B2E08D-CA5B-418A-9BB9-2D12E645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00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rPr>
              <a:t>数据分析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2D95FA-101F-4CFE-B53D-91539D741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767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rPr>
              <a:t>把完成率、状态反馈、打卡趋势变成后续推荐依据。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627E6A-0265-42F2-B432-AA1CFDEAE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14750"/>
            <a:ext cx="2762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DDE4"/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522317-CE22-4385-8C85-F38E894C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962400"/>
            <a:ext cx="4000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11A29"/>
                </a:solidFill>
                <a:latin typeface="Georgia"/>
                <a:ea typeface="Georgia"/>
                <a:cs typeface="Georgia"/>
              </a:defRPr>
            </a:pPr>
            <a:r>
              <a:rPr sz="2100" b="1">
                <a:solidFill>
                  <a:srgbClr val="211A29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419ACE-7F9F-425F-97B6-42B32704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0050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575" b="1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rPr>
              <a:t>用户调研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4FE276-0DE9-4680-9AD7-2E2A72886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76750"/>
            <a:ext cx="219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938" b="0">
                <a:solidFill>
                  <a:srgbClr val="211A29"/>
                </a:solidFill>
                <a:latin typeface="Microsoft YaHei UI"/>
                <a:ea typeface="Microsoft YaHei UI"/>
                <a:cs typeface="Microsoft YaHei UI"/>
              </a:rPr>
              <a:t>验证女性新手真正害怕的节点，以及哪类提示最有效。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1D11B-3E21-4D39-871B-4741A5F0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7531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55FFA6-CAE2-44AD-AC98-4A34DE2DD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981700"/>
            <a:ext cx="857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1350" b="1">
                <a:solidFill>
                  <a:srgbClr val="FFFFFF"/>
                </a:solidFill>
                <a:latin typeface="Microsoft YaHei UI"/>
                <a:ea typeface="Microsoft YaHei UI"/>
                <a:cs typeface="Microsoft YaHei UI"/>
              </a:rPr>
              <a:t>演讲落点：我们不是要做一个更复杂的健身产品，而是做一个更会照顾起点的健身产品。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AFAC07-35F8-4F8C-8317-7F455B141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1066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CDC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477921D-5B61-44D2-8D83-021EEEBE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53200"/>
            <a:ext cx="781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7B7280"/>
                </a:solidFill>
                <a:latin typeface="Microsoft YaHei UI"/>
                <a:ea typeface="Microsoft YaHei UI"/>
                <a:cs typeface="Microsoft YaHei UI"/>
              </a:rPr>
              <a:t>GirlsFitness source: product plan + demo video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EFA813-C591-490F-9C10-FDB42FC72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65151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14462"/>
                </a:solidFill>
                <a:latin typeface="Georgia"/>
                <a:ea typeface="Georgia"/>
                <a:cs typeface="Georgia"/>
              </a:defRPr>
            </a:pPr>
            <a:r>
              <a:rPr sz="975" b="1">
                <a:solidFill>
                  <a:srgbClr val="514462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51827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2026-05-16T06:41:09.9960000Z</dcterms:created>
  <dcterms:modified xsi:type="dcterms:W3CDTF">2026-05-16T06:41:09.9960000Z</dcterms:modified>
</coreProperties>
</file>